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3" r:id="rId1"/>
  </p:sldMasterIdLst>
  <p:notesMasterIdLst>
    <p:notesMasterId r:id="rId11"/>
  </p:notesMasterIdLst>
  <p:handoutMasterIdLst>
    <p:handoutMasterId r:id="rId12"/>
  </p:handoutMasterIdLst>
  <p:sldIdLst>
    <p:sldId id="256" r:id="rId2"/>
    <p:sldId id="445" r:id="rId3"/>
    <p:sldId id="439" r:id="rId4"/>
    <p:sldId id="459" r:id="rId5"/>
    <p:sldId id="460" r:id="rId6"/>
    <p:sldId id="461" r:id="rId7"/>
    <p:sldId id="462" r:id="rId8"/>
    <p:sldId id="463" r:id="rId9"/>
    <p:sldId id="42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10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8F3A72-38B4-468C-9969-8EBC9EBBC085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4CC91-4110-4846-A9CF-AE2F97E92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5673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372918-CFFB-473A-878B-BA7849715643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B6A0CE-65B2-4191-96C4-6805AF534D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45149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B6A0CE-65B2-4191-96C4-6805AF534D9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07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B6A0CE-65B2-4191-96C4-6805AF534D9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673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B6A0CE-65B2-4191-96C4-6805AF534D9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603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B6A0CE-65B2-4191-96C4-6805AF534D9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486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B6A0CE-65B2-4191-96C4-6805AF534D9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7166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EFE6B-0724-7846-8849-A31853455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FD8F76-9909-CFE2-6115-FF616ED57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342723-210B-8120-7603-D18A9C940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47FF7-7EA4-1C37-A46D-C9AF30DC46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B6A0CE-65B2-4191-96C4-6805AF534D9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945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DF8C-5877-4F2A-B668-2B108E86DA8C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892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ADBA4-4945-46DD-99BC-DFBD0CB96500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318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3CC1-7F41-4246-885A-95B879CEB558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1229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466A8-F726-43E8-A323-E8C9B418496C}" type="datetime1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85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13E15-D0C1-4DCE-B7A5-DC80FCB5A4C3}" type="datetime1">
              <a:rPr lang="en-IN" smtClean="0"/>
              <a:t>08-10-2026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840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65312-1BE3-4177-86A5-46CD921D896F}" type="datetime1">
              <a:rPr lang="en-IN" smtClean="0"/>
              <a:t>08-10-2026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655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EBDB-3CD1-49CC-BDB8-BAAE73ED4E4A}" type="datetime1">
              <a:rPr lang="en-IN" smtClean="0"/>
              <a:t>08-10-2026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908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2D617E9-D2AF-4D24-9B14-C81D6F93DB49}" type="datetime1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9B341A6-C61A-4A60-A38C-2498703C4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659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5A7DE-8F09-420D-9CE1-59C896DA8F6A}" type="datetime1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131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E38FC-2C77-474F-B2BD-BB1A674C4A1A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899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3EF1F-E7C3-4AEC-920A-756773D047B0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350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6B84380-9941-4FC4-8AAE-14DF37FDDE22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9B341A6-C61A-4A60-A38C-2498703C4B8A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531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Amrita Vishwa Vidyapeetham, Amaravati Campus</a:t>
            </a:r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639887" y="1690689"/>
            <a:ext cx="8915400" cy="131013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Lab-Based Project Title</a:t>
            </a:r>
          </a:p>
          <a:p>
            <a:pPr marL="0" indent="0" algn="ctr">
              <a:buNone/>
            </a:pPr>
            <a:endParaRPr lang="en-US" b="1" i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AI Robotics (22AIE214)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1</a:t>
            </a:fld>
            <a:endParaRPr lang="en-IN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843108"/>
              </p:ext>
            </p:extLst>
          </p:nvPr>
        </p:nvGraphicFramePr>
        <p:xfrm>
          <a:off x="2427287" y="3857180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Student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No.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E0DE4F-ABEC-9686-5AC9-CBA44A61B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43B75-9706-40D2-9FDA-D62CC7AD05A4}" type="datetime1">
              <a:rPr lang="en-IN" smtClean="0"/>
              <a:t>08-10-2026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7EB9AF-1756-761D-A295-27C7BA68F1DB}"/>
              </a:ext>
            </a:extLst>
          </p:cNvPr>
          <p:cNvSpPr txBox="1"/>
          <p:nvPr/>
        </p:nvSpPr>
        <p:spPr>
          <a:xfrm>
            <a:off x="3189685" y="5160744"/>
            <a:ext cx="6093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Ravishankar Prakash Desai</a:t>
            </a: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203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the importance of project work</a:t>
            </a:r>
            <a:endParaRPr lang="en-IN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2</a:t>
            </a:fld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63B61BE-5C92-897E-02C2-68C34FB7B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F8E2-A1D6-4A69-9C7F-70079668E0F1}" type="datetime1">
              <a:rPr lang="en-IN" smtClean="0"/>
              <a:t>08-10-2026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204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Statement, Objectives and Programming Language</a:t>
            </a:r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3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097280" y="2085791"/>
            <a:ext cx="10515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here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32E02E-4732-56F9-466D-320BA2640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B07C0-431F-407A-9407-74738B7D178B}" type="datetime1">
              <a:rPr lang="en-IN" smtClean="0"/>
              <a:t>08-10-2026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808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3600" dirty="0">
                <a:latin typeface="Times New Roman" panose="02020603050405020304" pitchFamily="18" charset="0"/>
                <a:ea typeface="Gadugi" panose="020B0502040204020203" pitchFamily="34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2352071"/>
            <a:ext cx="1051560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methodology you designed/adopted and how this will help you. 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4</a:t>
            </a:fld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0F0394-A30F-DEC6-D226-4E33E6713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632B-9D4F-4DF4-B001-03C1034B1C6E}" type="datetime1">
              <a:rPr lang="en-IN" smtClean="0"/>
              <a:t>08-10-2026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013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Flow-chart</a:t>
            </a:r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5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097280" y="2126735"/>
            <a:ext cx="10515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Paste here or use hyperlink to show it.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16F6C27-101B-109F-2E62-09377F1B3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CEEB2-A94F-4838-832C-20F94F3F086A}" type="datetime1">
              <a:rPr lang="en-IN" smtClean="0"/>
              <a:t>08-10-2026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953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</a:t>
            </a:r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6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097280" y="2194974"/>
            <a:ext cx="10515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your final outcome using a programming language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2ED8AA7-116C-9268-D479-A6F7B396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D7B63-DBD1-4E60-9AF2-49D1A37677E6}" type="datetime1">
              <a:rPr lang="en-IN" smtClean="0"/>
              <a:t>08-10-2026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278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7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097280" y="2372395"/>
            <a:ext cx="10515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your final outcome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A54E57B-6B1E-9637-8E17-38625F86D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7B394-2A27-4EAF-B23B-D780F2EB2D51}" type="datetime1">
              <a:rPr lang="en-IN" smtClean="0"/>
              <a:t>08-10-2026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935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E6B47-5579-575E-C9B6-C206D582C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48745-0113-7DCC-F8A9-FCD6B7F98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608F0-024A-C0BE-0C51-30005F90F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 Robotics (22AIE214)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2A6AEC-C642-0C1A-6636-2EC1FF636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/>
              <a:t>8</a:t>
            </a:fld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FA2D4A-B001-EC8C-D14C-33B928DD3FCA}"/>
              </a:ext>
            </a:extLst>
          </p:cNvPr>
          <p:cNvSpPr/>
          <p:nvPr/>
        </p:nvSpPr>
        <p:spPr>
          <a:xfrm>
            <a:off x="1097280" y="2372395"/>
            <a:ext cx="10515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of references 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2E6D2A-67FE-4E6F-1ACB-3D3C46A65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7B394-2A27-4EAF-B23B-D780F2EB2D51}" type="datetime1">
              <a:rPr lang="en-IN" smtClean="0"/>
              <a:t>08-10-2026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623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Introduction to AI Robotics (22AIE214)</a:t>
            </a:r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41A6-C61A-4A60-A38C-2498703C4B8A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9B6A1FB-1159-93CE-A218-66E4DCFBB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783C-2ACE-4B68-9834-9485996497E4}" type="datetime1">
              <a:rPr lang="en-IN" smtClean="0"/>
              <a:t>08-10-2026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0280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9315</TotalTime>
  <Words>175</Words>
  <Application>Microsoft Office PowerPoint</Application>
  <PresentationFormat>Widescreen</PresentationFormat>
  <Paragraphs>59</Paragraphs>
  <Slides>9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Retrospect</vt:lpstr>
      <vt:lpstr>Amrita Vishwa Vidyapeetham, Amaravati Campus</vt:lpstr>
      <vt:lpstr>Introduction</vt:lpstr>
      <vt:lpstr>Problem Statement, Objectives and Programming Language</vt:lpstr>
      <vt:lpstr>Methodology</vt:lpstr>
      <vt:lpstr>Flow-chart</vt:lpstr>
      <vt:lpstr>Simulation Result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</dc:title>
  <dc:creator>Ravishankar Desai</dc:creator>
  <cp:lastModifiedBy>Ravishankar Desai</cp:lastModifiedBy>
  <cp:revision>383</cp:revision>
  <dcterms:created xsi:type="dcterms:W3CDTF">2024-02-11T06:21:24Z</dcterms:created>
  <dcterms:modified xsi:type="dcterms:W3CDTF">2026-10-09T04:07:10Z</dcterms:modified>
</cp:coreProperties>
</file>